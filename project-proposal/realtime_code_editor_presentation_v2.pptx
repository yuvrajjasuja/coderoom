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Real-Time Collaborative Code Editor - a browser-based room where multiple users edit the same file simultaneously. Built by Yuvraj and Harwinder.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pain: manual file sharing, version conflicts, delayed feedback. Land on the question the project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cue: open two browsers, join the same Room ID, type in one and show the other updating.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React + CodeMirror, real-time layer Socket.IO over WebSockets, Node/Express server, deployed on Render. Flow is one WebSocket 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outcomes and invite questions. Have the live demo ready to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COLLEGE PROJECT BY YUVRAJ &amp; HARWINDER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691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EDITOR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3291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Collaborate. Code. Share instantly.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room where two people edit the same file at the same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4800600"/>
            <a:ext cx="1417320" cy="384048"/>
          </a:xfrm>
          <a:prstGeom prst="roundRect">
            <a:avLst>
              <a:gd name="adj" fmla="val 47619"/>
            </a:avLst>
          </a:prstGeom>
          <a:solidFill>
            <a:srgbClr val="10241B"/>
          </a:solidFill>
          <a:ln w="12700">
            <a:solidFill>
              <a:srgbClr val="1E45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4937760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8006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SYNC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20840" y="1188720"/>
            <a:ext cx="4800600" cy="4480560"/>
          </a:xfrm>
          <a:prstGeom prst="roundRect">
            <a:avLst>
              <a:gd name="adj" fmla="val 2857"/>
            </a:avLst>
          </a:prstGeom>
          <a:solidFill>
            <a:srgbClr val="161C26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ROOM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881360" y="1517904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0" y="141732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online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22592" y="1975104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18470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85632" y="1975104"/>
            <a:ext cx="109728" cy="109728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18470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Harwinder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2377440"/>
            <a:ext cx="4251960" cy="3017520"/>
          </a:xfrm>
          <a:prstGeom prst="roundRect">
            <a:avLst>
              <a:gd name="adj" fmla="val 3030"/>
            </a:avLst>
          </a:prstGeom>
          <a:solidFill>
            <a:srgbClr val="0D1219"/>
          </a:solidFill>
          <a:ln w="12700">
            <a:solidFill>
              <a:srgbClr val="222B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256032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B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#include &lt;iostream&gt;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B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using namespace std;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B7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3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int main() {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  cout &lt;&lt; "Hello";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3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}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F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|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Harwinder is typing…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indent="0" marL="0">
              <a:buNone/>
            </a:pPr>
            <a:r>
              <a:rPr lang="en-US" sz="1300" b="1" spc="200" kern="0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two people want to code together…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19272" cy="2514600"/>
          </a:xfrm>
          <a:prstGeom prst="roundRect">
            <a:avLst>
              <a:gd name="adj" fmla="val 5091"/>
            </a:avLst>
          </a:prstGeom>
          <a:solidFill>
            <a:srgbClr val="161C26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58568"/>
            <a:ext cx="128016" cy="128016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1488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workflow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2578608"/>
            <a:ext cx="2770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files manually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separately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updated versions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changes later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3319272" cy="2514600"/>
          </a:xfrm>
          <a:prstGeom prst="roundRect">
            <a:avLst>
              <a:gd name="adj" fmla="val 5091"/>
            </a:avLst>
          </a:prstGeom>
          <a:solidFill>
            <a:srgbClr val="161C26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2258568"/>
            <a:ext cx="128016" cy="128016"/>
          </a:xfrm>
          <a:prstGeom prst="ellipse">
            <a:avLst/>
          </a:prstGeom>
          <a:solidFill>
            <a:srgbClr val="F0A02F"/>
          </a:solidFill>
          <a:ln w="12700">
            <a:solidFill>
              <a:srgbClr val="F0A0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21488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goes wrong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73168" y="2578608"/>
            <a:ext cx="2770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conflicts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file sharing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feedback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view of live changes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1965960"/>
            <a:ext cx="3319272" cy="2514600"/>
          </a:xfrm>
          <a:prstGeom prst="roundRect">
            <a:avLst>
              <a:gd name="adj" fmla="val 5091"/>
            </a:avLst>
          </a:prstGeom>
          <a:solidFill>
            <a:srgbClr val="161C26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49640" y="2258568"/>
            <a:ext cx="128016" cy="128016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21488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classroom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67928" y="2578608"/>
            <a:ext cx="2770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explains logic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writes code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need the same file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slows down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846320"/>
            <a:ext cx="10817352" cy="1234440"/>
          </a:xfrm>
          <a:prstGeom prst="roundRect">
            <a:avLst>
              <a:gd name="adj" fmla="val 10370"/>
            </a:avLst>
          </a:prstGeom>
          <a:solidFill>
            <a:srgbClr val="1C2430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532180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two people work on the same code, in the same room, at the same time?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room. Multiple users. One editor.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joins with a Room ID and edits the same file — changes broadcast instantly.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6903720" cy="3794760"/>
          </a:xfrm>
          <a:prstGeom prst="roundRect">
            <a:avLst>
              <a:gd name="adj" fmla="val 3373"/>
            </a:avLst>
          </a:prstGeom>
          <a:solidFill>
            <a:srgbClr val="161C26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  #A7F92C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12280" y="2624328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2514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0520" y="2624328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5146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0" y="2624328"/>
            <a:ext cx="109728" cy="109728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Harwinder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2971800"/>
            <a:ext cx="6355080" cy="2788920"/>
          </a:xfrm>
          <a:prstGeom prst="roundRect">
            <a:avLst>
              <a:gd name="adj" fmla="val 3279"/>
            </a:avLst>
          </a:prstGeom>
          <a:solidFill>
            <a:srgbClr val="0D1219"/>
          </a:solidFill>
          <a:ln w="12700">
            <a:solidFill>
              <a:srgbClr val="222B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15468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B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#include &lt;iostream&gt;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B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using namespace std;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B7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3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int main() {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  cout &lt;&lt; "Hello World";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3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5349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cursors live in the same buffer — no file passing, no merge step.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01000" y="2395728"/>
            <a:ext cx="137160" cy="137160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286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or join a room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6151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Room ID is the whole invite.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01000" y="3364992"/>
            <a:ext cx="137160" cy="13716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2552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connected users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35844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is in the room, live.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01000" y="4334256"/>
            <a:ext cx="137160" cy="137160"/>
          </a:xfrm>
          <a:prstGeom prst="ellipse">
            <a:avLst/>
          </a:prstGeom>
          <a:solidFill>
            <a:srgbClr val="F0A02F"/>
          </a:solidFill>
          <a:ln w="12700">
            <a:solidFill>
              <a:srgbClr val="F0A0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42245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the same code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75320" y="45537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buffer, not four copies.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01000" y="5303520"/>
            <a:ext cx="137160" cy="137160"/>
          </a:xfrm>
          <a:prstGeom prst="ellipse">
            <a:avLst/>
          </a:prstGeom>
          <a:solidFill>
            <a:srgbClr val="A87BFF"/>
          </a:solidFill>
          <a:ln w="12700">
            <a:solidFill>
              <a:srgbClr val="A87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51937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in real time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55229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keystroke reaches everyone.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300" b="1" spc="200" kern="0" dirty="0">
                <a:solidFill>
                  <a:srgbClr val="A8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data flow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514600" cy="1783080"/>
          </a:xfrm>
          <a:prstGeom prst="roundRect">
            <a:avLst>
              <a:gd name="adj" fmla="val 7179"/>
            </a:avLst>
          </a:prstGeom>
          <a:solidFill>
            <a:srgbClr val="161C26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231136"/>
            <a:ext cx="128016" cy="128016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21214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CodeMirror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0" y="1965960"/>
            <a:ext cx="2514600" cy="1783080"/>
          </a:xfrm>
          <a:prstGeom prst="roundRect">
            <a:avLst>
              <a:gd name="adj" fmla="val 7179"/>
            </a:avLst>
          </a:prstGeom>
          <a:solidFill>
            <a:srgbClr val="161C26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30752" y="2231136"/>
            <a:ext cx="128016" cy="128016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0208" y="21214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6060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2514600" cy="1783080"/>
          </a:xfrm>
          <a:prstGeom prst="roundRect">
            <a:avLst>
              <a:gd name="adj" fmla="val 7179"/>
            </a:avLst>
          </a:prstGeom>
          <a:solidFill>
            <a:srgbClr val="161C26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9672" y="2231136"/>
            <a:ext cx="128016" cy="128016"/>
          </a:xfrm>
          <a:prstGeom prst="ellipse">
            <a:avLst/>
          </a:prstGeom>
          <a:solidFill>
            <a:srgbClr val="F0A02F"/>
          </a:solidFill>
          <a:ln w="12700">
            <a:solidFill>
              <a:srgbClr val="F0A0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9128" y="21214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6060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514600" cy="1783080"/>
          </a:xfrm>
          <a:prstGeom prst="roundRect">
            <a:avLst>
              <a:gd name="adj" fmla="val 7179"/>
            </a:avLst>
          </a:prstGeom>
          <a:solidFill>
            <a:srgbClr val="161C26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08592" y="2231136"/>
            <a:ext cx="128016" cy="128016"/>
          </a:xfrm>
          <a:prstGeom prst="ellipse">
            <a:avLst/>
          </a:prstGeom>
          <a:solidFill>
            <a:srgbClr val="A87BFF"/>
          </a:solidFill>
          <a:ln w="12700">
            <a:solidFill>
              <a:srgbClr val="A87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8048" y="21214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0" y="26060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023360"/>
            <a:ext cx="10817352" cy="1600200"/>
          </a:xfrm>
          <a:prstGeom prst="roundRect">
            <a:avLst>
              <a:gd name="adj" fmla="val 8000"/>
            </a:avLst>
          </a:prstGeom>
          <a:solidFill>
            <a:srgbClr val="1C2430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4572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pPr indent="0" marL="0">
              <a:buNone/>
            </a:pPr>
            <a:r>
              <a:rPr lang="en-US" sz="13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3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CodeMirror detects the change</a:t>
            </a:r>
            <a:pPr indent="0" marL="0">
              <a:buNone/>
            </a:pPr>
            <a:r>
              <a:rPr lang="en-US" sz="13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3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emits the event</a:t>
            </a:r>
            <a:pPr indent="0" marL="0">
              <a:buNone/>
            </a:pPr>
            <a:r>
              <a:rPr lang="en-US" sz="13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3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Express broadcasts</a:t>
            </a:r>
            <a:pPr indent="0" marL="0">
              <a:buNone/>
            </a:pPr>
            <a:r>
              <a:rPr lang="en-US" sz="13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300" b="1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updates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50749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 is a single WebSocket hop — no polling, no page refresh.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C++ / Java / Python execution through a secure code-execution sandbox or API.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 SHORT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user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19272" cy="2286000"/>
          </a:xfrm>
          <a:prstGeom prst="roundRect">
            <a:avLst>
              <a:gd name="adj" fmla="val 5600"/>
            </a:avLst>
          </a:prstGeom>
          <a:solidFill>
            <a:srgbClr val="161C26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8408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F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737360" y="22402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transfers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3035808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sending versions back and forth. The room is the file.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2011680"/>
            <a:ext cx="3319272" cy="2286000"/>
          </a:xfrm>
          <a:prstGeom prst="roundRect">
            <a:avLst>
              <a:gd name="adj" fmla="val 5600"/>
            </a:avLst>
          </a:prstGeom>
          <a:solidFill>
            <a:srgbClr val="161C26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532120" y="22402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buffer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73168" y="3035808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edits the same code, so there is nothing to merge.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2011680"/>
            <a:ext cx="3319272" cy="2286000"/>
          </a:xfrm>
          <a:prstGeom prst="roundRect">
            <a:avLst>
              <a:gd name="adj" fmla="val 5600"/>
            </a:avLst>
          </a:prstGeom>
          <a:solidFill>
            <a:srgbClr val="161C26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67928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A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9326880" y="22402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updates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67928" y="3035808"/>
            <a:ext cx="2770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broadcast the moment they are typed.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663440"/>
            <a:ext cx="10817352" cy="1371600"/>
          </a:xfrm>
          <a:prstGeom prst="roundRect">
            <a:avLst>
              <a:gd name="adj" fmla="val 9333"/>
            </a:avLst>
          </a:prstGeom>
          <a:solidFill>
            <a:srgbClr val="1C2430"/>
          </a:solidFill>
          <a:ln w="12700">
            <a:solidFill>
              <a:srgbClr val="232C39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892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Collaborate. Code. Share instantly.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5394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64040" y="5230368"/>
            <a:ext cx="118872" cy="118872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65208" y="5074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0" y="5230368"/>
            <a:ext cx="118872" cy="118872"/>
          </a:xfrm>
          <a:prstGeom prst="ellips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16768" y="5074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Harwinder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Collaborative Code Editor</dc:title>
  <dc:subject>PptxGenJS Presentation</dc:subject>
  <dc:creator>Yuvraj &amp; Harwinder</dc:creator>
  <cp:lastModifiedBy>Yuvraj &amp; Harwinder</cp:lastModifiedBy>
  <cp:revision>1</cp:revision>
  <dcterms:created xsi:type="dcterms:W3CDTF">2026-08-17T18:39:17Z</dcterms:created>
  <dcterms:modified xsi:type="dcterms:W3CDTF">2026-08-17T18:39:17Z</dcterms:modified>
</cp:coreProperties>
</file>